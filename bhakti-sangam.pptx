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365760"/>
            <a:ext cx="3291840" cy="3291840"/>
          </a:xfrm>
          <a:prstGeom prst="ellipse">
            <a:avLst/>
          </a:prstGeom>
          <a:solidFill>
            <a:srgbClr val="FF6B00">
              <a:alpha val="18000"/>
            </a:srgbClr>
          </a:solidFill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4572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ॐ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Bhakti Sangam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भक्ति संगम  —  Morning Devotional Music Website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1605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F6B00">
              <a:alpha val="25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605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41605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F6B00">
              <a:alpha val="25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41605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41605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F6B00">
              <a:alpha val="25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1605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41605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F6B00">
              <a:alpha val="25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41605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CodeFlex (Sreeneel)  |  KL University  |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6576"/>
          </a:xfrm>
          <a:prstGeom prst="rect">
            <a:avLst/>
          </a:prstGeom>
          <a:solidFill>
            <a:srgbClr val="FF6B00">
              <a:alpha val="4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3291840"/>
          </a:xfrm>
          <a:prstGeom prst="rect">
            <a:avLst/>
          </a:prstGeom>
          <a:solidFill>
            <a:srgbClr val="2E1800"/>
          </a:solidFill>
          <a:ln w="12700">
            <a:solidFill>
              <a:srgbClr val="FF6B0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Current Situation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is a Hindu devotee, boomer 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devotional music every morning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YouTube — full of ads &amp; distractions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UI is not elderly-friendly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recommendations break focus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dedicated devotional player exists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206240" cy="3291840"/>
          </a:xfrm>
          <a:prstGeom prst="rect">
            <a:avLst/>
          </a:prstGeom>
          <a:solidFill>
            <a:srgbClr val="3D2200"/>
          </a:solidFill>
          <a:ln w="12700">
            <a:solidFill>
              <a:srgbClr val="FFB30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🪔 The Vision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devotional music website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calm, elder-friendly UI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distractions, zero unrelated content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Pandit to explain bhajans &amp; mantras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 and laptop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Dad's personal morning ritual app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6576"/>
          </a:xfrm>
          <a:prstGeom prst="rect">
            <a:avLst/>
          </a:prstGeom>
          <a:solidFill>
            <a:srgbClr val="FFB300">
              <a:alpha val="40000"/>
            </a:srgbClr>
          </a:solidFill>
          <a:ln w="12700">
            <a:solidFill>
              <a:srgbClr val="FFB30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2E1800"/>
          </a:solidFill>
          <a:ln w="12700">
            <a:solidFill>
              <a:srgbClr val="FF6B0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548640" cy="548640"/>
          </a:xfrm>
          <a:prstGeom prst="ellipse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Player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Spotify-style layout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+ center panel + bottom bar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Play, pause, skip, volume, progress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2E1800"/>
          </a:solidFill>
          <a:ln w="12700">
            <a:solidFill>
              <a:srgbClr val="FF6B0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25880"/>
            <a:ext cx="548640" cy="548640"/>
          </a:xfrm>
          <a:prstGeom prst="ellipse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Playlist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73752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curated devotional songs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Hanuman Chalisa, Gayatri Mantra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Aarti, Bhajan, Stotram categories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60520" cy="1691640"/>
          </a:xfrm>
          <a:prstGeom prst="rect">
            <a:avLst/>
          </a:prstGeom>
          <a:solidFill>
            <a:srgbClr val="2E1800"/>
          </a:solidFill>
          <a:ln w="12700">
            <a:solidFill>
              <a:srgbClr val="FF6B0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200400"/>
            <a:ext cx="548640" cy="548640"/>
          </a:xfrm>
          <a:prstGeom prst="ellipse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Pandit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" y="3703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Gemini API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bhajans &amp; mantras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Quick-prompt buttons for elders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160520" cy="1691640"/>
          </a:xfrm>
          <a:prstGeom prst="rect">
            <a:avLst/>
          </a:prstGeom>
          <a:solidFill>
            <a:srgbClr val="2E1800"/>
          </a:solidFill>
          <a:ln w="12700">
            <a:solidFill>
              <a:srgbClr val="FF6B0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200400"/>
            <a:ext cx="548640" cy="548640"/>
          </a:xfrm>
          <a:prstGeom prst="ellipse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Greeting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73752" y="3703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morning banner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blessings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songs by name/category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6576"/>
          </a:xfrm>
          <a:prstGeom prst="rect">
            <a:avLst/>
          </a:prstGeom>
          <a:solidFill>
            <a:srgbClr val="FF6B00">
              <a:alpha val="4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1554480" cy="1280160"/>
          </a:xfrm>
          <a:prstGeom prst="rect">
            <a:avLst/>
          </a:prstGeom>
          <a:solidFill>
            <a:srgbClr val="3D2200"/>
          </a:solidFill>
          <a:ln w="12700">
            <a:solidFill>
              <a:srgbClr val="FF6B0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17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47088" y="2011680"/>
            <a:ext cx="594360" cy="0"/>
          </a:xfrm>
          <a:prstGeom prst="line">
            <a:avLst/>
          </a:prstGeom>
          <a:noFill/>
          <a:ln w="19050">
            <a:solidFill>
              <a:srgbClr val="FFB30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371600"/>
            <a:ext cx="1554480" cy="12801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B30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417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0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File)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67328" y="2011680"/>
            <a:ext cx="594360" cy="0"/>
          </a:xfrm>
          <a:prstGeom prst="line">
            <a:avLst/>
          </a:prstGeom>
          <a:noFill/>
          <a:ln w="19050">
            <a:solidFill>
              <a:srgbClr val="FFB300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371600"/>
            <a:ext cx="1554480" cy="1280160"/>
          </a:xfrm>
          <a:prstGeom prst="rect">
            <a:avLst/>
          </a:prstGeom>
          <a:solidFill>
            <a:srgbClr val="3D2200"/>
          </a:solidFill>
          <a:ln w="12700">
            <a:solidFill>
              <a:srgbClr val="FF6B0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0" y="1417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▶️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87568" y="2011680"/>
            <a:ext cx="594360" cy="0"/>
          </a:xfrm>
          <a:prstGeom prst="line">
            <a:avLst/>
          </a:prstGeom>
          <a:noFill/>
          <a:ln w="19050">
            <a:solidFill>
              <a:srgbClr val="FFB300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371600"/>
            <a:ext cx="1554480" cy="1280160"/>
          </a:xfrm>
          <a:prstGeom prst="rect">
            <a:avLst/>
          </a:prstGeom>
          <a:solidFill>
            <a:srgbClr val="3D2200"/>
          </a:solidFill>
          <a:ln w="12700">
            <a:solidFill>
              <a:srgbClr val="FF6B0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1417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3504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Pandit)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07808" y="2011680"/>
            <a:ext cx="594360" cy="0"/>
          </a:xfrm>
          <a:prstGeom prst="line">
            <a:avLst/>
          </a:prstGeom>
          <a:noFill/>
          <a:ln w="19050">
            <a:solidFill>
              <a:srgbClr val="FFB300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1371600"/>
            <a:ext cx="1554480" cy="1280160"/>
          </a:xfrm>
          <a:prstGeom prst="rect">
            <a:avLst/>
          </a:prstGeom>
          <a:solidFill>
            <a:srgbClr val="3D2200"/>
          </a:solidFill>
          <a:ln w="12700">
            <a:solidFill>
              <a:srgbClr val="FF6B0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1417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0664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(Deploy)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34640"/>
          <a:ext cx="8595360" cy="210312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+ CSS3 + Vanilla 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framework, single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Embed (IFrame)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API key needed, video IDs hardcoded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1.5 Flash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browser fetch, key hardcoded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Fonts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Yatra One + Philosopher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Antigravity 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preview + deploy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Plan — Mar 14–20, 2026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6576"/>
          </a:xfrm>
          <a:prstGeom prst="rect">
            <a:avLst/>
          </a:prstGeom>
          <a:solidFill>
            <a:srgbClr val="FFB300">
              <a:alpha val="40000"/>
            </a:srgbClr>
          </a:solidFill>
          <a:ln w="12700">
            <a:solidFill>
              <a:srgbClr val="FFB30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8595360" cy="475488"/>
          </a:xfrm>
          <a:prstGeom prst="rect">
            <a:avLst/>
          </a:prstGeom>
          <a:solidFill>
            <a:srgbClr val="2D6A2D">
              <a:alpha val="40000"/>
            </a:srgbClr>
          </a:solidFill>
          <a:ln w="12700">
            <a:solidFill>
              <a:srgbClr val="2D6A2D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17320" y="1170432"/>
            <a:ext cx="0" cy="329184"/>
          </a:xfrm>
          <a:prstGeom prst="line">
            <a:avLst/>
          </a:prstGeom>
          <a:noFill/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12471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+ Theme + AI Pandit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0" y="112471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36776"/>
            <a:ext cx="8595360" cy="475488"/>
          </a:xfrm>
          <a:prstGeom prst="rect">
            <a:avLst/>
          </a:prstGeom>
          <a:solidFill>
            <a:srgbClr val="FF6B00">
              <a:alpha val="4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15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17320" y="1709928"/>
            <a:ext cx="0" cy="329184"/>
          </a:xfrm>
          <a:prstGeom prst="line">
            <a:avLst/>
          </a:prstGeom>
          <a:noFill/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66420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audio + Search bar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166420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Today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8595360" cy="475488"/>
          </a:xfrm>
          <a:prstGeom prst="rect">
            <a:avLst/>
          </a:prstGeom>
          <a:solidFill>
            <a:srgbClr val="3D2200"/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0370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16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17320" y="2249424"/>
            <a:ext cx="0" cy="329184"/>
          </a:xfrm>
          <a:prstGeom prst="line">
            <a:avLst/>
          </a:prstGeom>
          <a:noFill/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220370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chat polish + history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0" y="220370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15768"/>
            <a:ext cx="8595360" cy="475488"/>
          </a:xfrm>
          <a:prstGeom prst="rect">
            <a:avLst/>
          </a:prstGeom>
          <a:solidFill>
            <a:srgbClr val="3D2200"/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4320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417320" y="2788920"/>
            <a:ext cx="0" cy="329184"/>
          </a:xfrm>
          <a:prstGeom prst="line">
            <a:avLst/>
          </a:prstGeom>
          <a:noFill/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274320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+ integration test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0" y="274320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255264"/>
            <a:ext cx="8595360" cy="475488"/>
          </a:xfrm>
          <a:prstGeom prst="rect">
            <a:avLst/>
          </a:prstGeom>
          <a:solidFill>
            <a:srgbClr val="3D2200"/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8269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17320" y="3328416"/>
            <a:ext cx="0" cy="329184"/>
          </a:xfrm>
          <a:prstGeom prst="line">
            <a:avLst/>
          </a:prstGeom>
          <a:noFill/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3282696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Deity + Language filters + Mobile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0" y="328269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8595360" cy="475488"/>
          </a:xfrm>
          <a:prstGeom prst="rect">
            <a:avLst/>
          </a:prstGeom>
          <a:solidFill>
            <a:srgbClr val="3D2200"/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2219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19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17320" y="3867912"/>
            <a:ext cx="0" cy="329184"/>
          </a:xfrm>
          <a:prstGeom prst="line">
            <a:avLst/>
          </a:prstGeom>
          <a:noFill/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54480" y="382219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Antigravity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72400" y="382219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334256"/>
            <a:ext cx="8595360" cy="475488"/>
          </a:xfrm>
          <a:prstGeom prst="rect">
            <a:avLst/>
          </a:prstGeom>
          <a:solidFill>
            <a:srgbClr val="3D2200"/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36168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417320" y="4407408"/>
            <a:ext cx="0" cy="329184"/>
          </a:xfrm>
          <a:prstGeom prst="line">
            <a:avLst/>
          </a:prstGeom>
          <a:noFill/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436168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+ Share with dad 🎉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72400" y="436168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12700">
            <a:solidFill>
              <a:srgbClr val="FF6B00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ॐ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D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शान्तिः शान्तिः शान्तिः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429000"/>
            <a:ext cx="3657600" cy="36576"/>
          </a:xfrm>
          <a:prstGeom prst="rect">
            <a:avLst/>
          </a:prstGeom>
          <a:solidFill>
            <a:srgbClr val="FF6B00">
              <a:alpha val="5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love for a blessed morning routine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github.com/YOUR_USERNAME/bhakti-sangam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Bhakti Sangam</dc:title>
  <dc:subject>PptxGenJS Presentation</dc:subject>
  <dc:creator>CodeFlex</dc:creator>
  <cp:lastModifiedBy>CodeFlex</cp:lastModifiedBy>
  <cp:revision>1</cp:revision>
  <dcterms:created xsi:type="dcterms:W3CDTF">2026-03-14T13:40:10Z</dcterms:created>
  <dcterms:modified xsi:type="dcterms:W3CDTF">2026-03-14T13:40:10Z</dcterms:modified>
</cp:coreProperties>
</file>